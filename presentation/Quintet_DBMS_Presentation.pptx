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Quintet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8BDF8"/>
                </a:solidFill>
                <a:latin typeface="Calibri"/>
              </a:defRPr>
            </a:pPr>
            <a:r>
              <a:t>Unified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 Comprehensive Course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976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Database Management Systems Lab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5029200"/>
            <a:ext cx="66751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03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5074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t>Team Quintet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5394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Sayon Sujit Mondal    |    Shresth M. Jha    |    Asmit Pandey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760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Harshvardhan Repaswal    |    Jay Jani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Quintet is a full-stack web application that provides a unified platform for course management, student enrollment, content delivery, and academic analytics -- built with modern technologies and a robust relational database design.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5603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Browse courses, enroll/unenroll,</a:t>
            </a:r>
            <a:br/>
            <a:r>
              <a:t>view materials, track grades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377440"/>
            <a:ext cx="25603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Instructors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32004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View assigned courses, manage</a:t>
            </a:r>
            <a:br/>
            <a:r>
              <a:t>content, grade enrolled 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377440"/>
            <a:ext cx="25603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Analysts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2004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View database statistics, course</a:t>
            </a:r>
            <a:br/>
            <a:r>
              <a:t>summaries, enrollment trends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377440"/>
            <a:ext cx="25603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651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Admins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2004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Manage all users, courses,</a:t>
            </a:r>
            <a:br/>
            <a:r>
              <a:t>enrollments, and assignments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256032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Database Tables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754880"/>
            <a:ext cx="256032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4800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27+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754880"/>
            <a:ext cx="256032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800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User Roles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4754880"/>
            <a:ext cx="256032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4800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Sample Courses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High-performance async Python web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SQLAlchemy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ORM for database interactions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Pydantic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Request/response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python-jose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JWT authentication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00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bcrypt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Secure password hashing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486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Uvicorn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715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ASGI 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1371600"/>
            <a:ext cx="34747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DE8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2057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Next.js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React framework with SSR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2971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Type-safe JavaScript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3429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Tailwind CSS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3657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Utility-first CSS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79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shadcn/ui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4343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Accessible UI component library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4800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Data visualization &amp; charts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79" y="5486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next-themes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79" y="5715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Dark/Light mode support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1371600"/>
            <a:ext cx="34747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78BFA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057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Relational database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Supabase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2971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Cloud-hosted Postgres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429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 Tables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657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Normalized relational schema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Foreign Keys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343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Referential integrity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800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Indexes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Optimized query performance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5486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Cloud Pooler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5715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IPv4 connection pooling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Database Schema -- Relational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3474720"/>
            <a:ext cx="23774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7947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user_id PK, email_id,</a:t>
            </a:r>
            <a:br/>
            <a:r>
              <a:t>role, password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651760"/>
            <a:ext cx="23774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2697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DE80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9718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student_id PK, user_id FK,</a:t>
            </a:r>
            <a:br/>
            <a:r>
              <a:t>age, skill_level,</a:t>
            </a:r>
            <a:br/>
            <a:r>
              <a:t>category, country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4297680"/>
            <a:ext cx="23774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4343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923C"/>
                </a:solidFill>
                <a:latin typeface="Calibri"/>
              </a:defRPr>
            </a:pPr>
            <a:r>
              <a:t>INSTRUCTOR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46177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instructor_id PK, user_id FK,</a:t>
            </a:r>
            <a:br/>
            <a:r>
              <a:t>name, expertise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709160"/>
            <a:ext cx="23774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4754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  <a:latin typeface="Calibri"/>
              </a:defRPr>
            </a:pPr>
            <a:r>
              <a:t>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50292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university_id PK,</a:t>
            </a:r>
            <a:br/>
            <a:r>
              <a:t>name, country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474720"/>
            <a:ext cx="23774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520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D3EE"/>
                </a:solidFill>
                <a:latin typeface="Calibri"/>
              </a:defRPr>
            </a:pPr>
            <a:r>
              <a:t>COURSE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7947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course_id PK, course_name,</a:t>
            </a:r>
            <a:br/>
            <a:r>
              <a:t>duration, program_type,</a:t>
            </a:r>
            <a:br/>
            <a:r>
              <a:t>instructor_id FK,</a:t>
            </a:r>
            <a:br/>
            <a:r>
              <a:t>university_id FK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2240280"/>
            <a:ext cx="23774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DE80"/>
                </a:solidFill>
                <a:latin typeface="Calibri"/>
              </a:defRPr>
            </a:pPr>
            <a:r>
              <a:t>ENROLLMENT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5603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student_id FK,</a:t>
            </a:r>
            <a:br/>
            <a:r>
              <a:t>course_id FK,</a:t>
            </a:r>
            <a:br/>
            <a:r>
              <a:t>evaluation_score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3063240"/>
            <a:ext cx="23774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7171"/>
                </a:solidFill>
                <a:latin typeface="Calibri"/>
              </a:defRPr>
            </a:pPr>
            <a:r>
              <a:t>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3832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content_id PK, course_id FK,</a:t>
            </a:r>
            <a:br/>
            <a:r>
              <a:t>type, content_url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4133088"/>
            <a:ext cx="23774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41788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  <a:latin typeface="Calibri"/>
              </a:defRPr>
            </a:pPr>
            <a:r>
              <a:t>TOPIC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4453128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topic_id PK, topic_name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1993392"/>
            <a:ext cx="237744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0391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923C"/>
                </a:solidFill>
                <a:latin typeface="Calibri"/>
              </a:defRPr>
            </a:pPr>
            <a:r>
              <a:t>TEXTBOOK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31343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textbook_id PK, title,</a:t>
            </a:r>
            <a:br/>
            <a:r>
              <a:t>author, link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760720"/>
            <a:ext cx="1069848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Junction Tables:   COURSE_TOPIC (course_id, topic_id)   |   TEXTBOOK_USED (course_id, textbook_id)   |   ENROLLMENT (student_id, course_id)       Total: 11 Tables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Backend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3891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Client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4173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HTTP/JSON</a:t>
            </a:r>
          </a:p>
        </p:txBody>
      </p:sp>
      <p:sp>
        <p:nvSpPr>
          <p:cNvPr id="7" name="Down Arrow 6"/>
          <p:cNvSpPr/>
          <p:nvPr/>
        </p:nvSpPr>
        <p:spPr>
          <a:xfrm>
            <a:off x="2377440" y="1508760"/>
            <a:ext cx="274320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43891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Calibri"/>
              </a:defRPr>
            </a:pPr>
            <a:r>
              <a:t>Routers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97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URL to Handler mapping</a:t>
            </a:r>
            <a:br/>
            <a:r>
              <a:t>(auth, admin, students,</a:t>
            </a:r>
            <a:br/>
            <a:r>
              <a:t>instructors, analyst,</a:t>
            </a:r>
            <a:br/>
            <a:r>
              <a:t>courses, content)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377440" y="2788920"/>
            <a:ext cx="274320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43891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Calibri"/>
              </a:defRPr>
            </a:pPr>
            <a:r>
              <a:t>Schemas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9776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Pydantic validation</a:t>
            </a:r>
            <a:br/>
            <a:r>
              <a:t>Request/Response models</a:t>
            </a:r>
            <a:br/>
            <a:r>
              <a:t>Type safety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377440" y="4069080"/>
            <a:ext cx="274320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5212080"/>
            <a:ext cx="43891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257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Business logic</a:t>
            </a:r>
            <a:br/>
            <a:r>
              <a:t>Query construction</a:t>
            </a:r>
            <a:br/>
            <a:r>
              <a:t>Error handling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377440" y="5349240"/>
            <a:ext cx="274320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6492240"/>
            <a:ext cx="438912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537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Calibri"/>
              </a:defRPr>
            </a:pPr>
            <a:r>
              <a:t>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6537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SQLAlchemy ORM</a:t>
            </a:r>
            <a:br/>
            <a:r>
              <a:t>Table definitions</a:t>
            </a:r>
            <a:br/>
            <a:r>
              <a:t>Relationships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118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Request Flow Example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1645920"/>
            <a:ext cx="5943600" cy="493776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3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17830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# Router: receives HTTP request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@router.post("/api/auth/student/login")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async def login(data: UserLogin, db = Depends(get_db)):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return login_user(db, data.email_id, data.password, "student")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# Schema: validates input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class UserLogin(BaseModel):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email_id: EmailStr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password: str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# Service: business logic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def login_user(db, email, password, role):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user = db.query(User).filter(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    User.email_id == email,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    User.role == role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).first()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if not user or not verify_password(password, user.password):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    raise HTTPException(401, "Invalid credentials")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token = create_access_token({"sub": user.email_id})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return {"access_token": token, "role": role}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# Model: database table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class User(Base):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__tablename__ = "users"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user_id = Column(Integer, primary_key=True)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email_id = Column(String, unique=True, nullable=False)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role = Column(String, nullable=False)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password = Column(String, nullable=False)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API Endpoints -- 27+ Routes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21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/api/auth/student/signup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78607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79775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/api/auth/student/login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3697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3814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/api/auth/instructor/login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953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965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/api/auth/analyst/login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537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/api/auth/admin/login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371600"/>
            <a:ext cx="27432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DE80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1920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121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/api/students/profile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578607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779775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/api/students/courses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23697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43814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/api/students/enroll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8953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Calibri"/>
              </a:defRPr>
            </a:pPr>
            <a:r>
              <a:t>DELETE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0965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/api/students/unenroll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5537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754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/api/students/my-courses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371600"/>
            <a:ext cx="27432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923C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1920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121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/api/admin/instructors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578607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Calibri"/>
              </a:defRPr>
            </a:pPr>
            <a:r>
              <a:t>DELETE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779775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/api/admin/instructors/{id}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23697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43814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/api/admin/courses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8953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Calibri"/>
              </a:defRPr>
            </a:pPr>
            <a:r>
              <a:t>DELETE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0965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/api/admin/courses/{id}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5537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923C"/>
                </a:solidFill>
                <a:latin typeface="Calibri"/>
              </a:defRPr>
            </a:pPr>
            <a:r>
              <a:t>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754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/api/admin/courses/assign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21207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Calibri"/>
              </a:defRPr>
            </a:pPr>
            <a:r>
              <a:t>GET/DELETE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413247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students, enrollments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5440" y="1371600"/>
            <a:ext cx="27432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Calibri"/>
              </a:defRPr>
            </a:pPr>
            <a:r>
              <a:t>Instructor / Analyst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19202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2121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/api/instructors/profile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2578607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2779775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/api/instructors/my-courses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323697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343814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/instructors/courses/{id}/content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38953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72600" y="40965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/api/analyst/statistics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72600" y="45537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600" y="4754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/api/analyst/courses/summary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521207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72600" y="5413247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/api/analyst/enrollments/summary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Frontend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Calibri"/>
              </a:defRPr>
            </a:pPr>
            <a:r>
              <a:t>Page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Landing page with role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/student/signup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121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Student registration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054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/student/login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50545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Student 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95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/student/dashboard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8895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Profile, courses, search, enroll/unenroll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735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/instructor/login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2735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Instructor 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/instructor/dashboard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Profile, assigned courses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41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/admin/login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0416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Admin 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256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/admin/dashboard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4256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Manage users, courses, enrollments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097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/analyst/login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8097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Analyst authentication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937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/analyst/dashboard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1937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Statistics, charts, data summaries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/courses/[id]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Course detail, content, textbooks, grading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737360"/>
            <a:ext cx="530352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175564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JWT Authentication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95681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Token-based auth with role-based access control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240280"/>
            <a:ext cx="530352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25856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Dark/Light Theme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45973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Persistent theme toggle with next-themes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743200"/>
            <a:ext cx="530352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276148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Search &amp; Filter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96265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Real-time prefix search on course names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246120"/>
            <a:ext cx="530352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26440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 Visualization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46557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Recharts for analytics dashboards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749039"/>
            <a:ext cx="530352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3767327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Video Embedding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3968495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YouTube video player embedded in course pages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4251960"/>
            <a:ext cx="530352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27024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Textbook Links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47141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Direct links to reference materials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754880"/>
            <a:ext cx="530352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477316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Inline Grading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497433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Instructors grade students without page reload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5257800"/>
            <a:ext cx="530352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527608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Content Management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47725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Instructors add/delete course materials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5760720"/>
            <a:ext cx="530352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577900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Responsive Design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598017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Works on desktop and mobile screens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Role-Based Access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Each role has specific permissions enforced at the API level via JWT + dependency injection.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7432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Self-registration (signup)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Browse all courses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Enroll / Unenroll from courses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View enrolled course materials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View own profile &amp; grades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Cannot grade or manage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920240"/>
            <a:ext cx="27432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ADE80"/>
                </a:solidFill>
                <a:latin typeface="Calibri"/>
              </a:defRPr>
            </a:pPr>
            <a:r>
              <a:t>Instructor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60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No self-registration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1546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View assigned courses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7490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View enrolled students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3434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Grade students (set scores)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937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Add/delete course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532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Cannot manage other users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920240"/>
            <a:ext cx="27432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78BFA"/>
                </a:solidFill>
                <a:latin typeface="Calibri"/>
              </a:defRPr>
            </a:pPr>
            <a:r>
              <a:t>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60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No self-registration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546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View general DB statistics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7490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View per-course summaries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434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View enrollment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937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See charts and visualizations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532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Cannot modify any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1920240"/>
            <a:ext cx="27432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923C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560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Predefined account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1546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Create/remove instructors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37490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Create/delete courses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3434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Assign instructors to courses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937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Enroll/drop students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532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View all student &amp; instructor details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Security &amp; Authentication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4864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03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55448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087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Client sends credentials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20"/>
            <a:ext cx="429768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POST /api/auth/student/login</a:t>
            </a:r>
            <a:br/>
            <a:r>
              <a:t>{email_id, password}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39"/>
            <a:ext cx="54864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03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423159"/>
            <a:ext cx="457200" cy="4572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39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Server validates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43199"/>
            <a:ext cx="429768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Check email exists, Verify role matches</a:t>
            </a:r>
            <a:br/>
            <a:r>
              <a:t>bcrypt.checkpw(password, hash)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54864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03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3291840"/>
            <a:ext cx="457200" cy="4572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461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JWT token created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611880"/>
            <a:ext cx="429768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create_access_token({sub: email,</a:t>
            </a:r>
            <a:br/>
            <a:r>
              <a:t>role: student, exp: 30min})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54864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03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416052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1148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Token returned to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480560"/>
            <a:ext cx="429768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Response: {access_token: 'eyJ...',</a:t>
            </a:r>
            <a:br/>
            <a:r>
              <a:t>role: 'student', user_id: 6}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79"/>
            <a:ext cx="54864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03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5029199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983479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Client stores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49239"/>
            <a:ext cx="429768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localStorage.setItem('token', jwt)</a:t>
            </a:r>
            <a:br/>
            <a:r>
              <a:t>Attach to all future requests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623560"/>
            <a:ext cx="548640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03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5897880"/>
            <a:ext cx="457200" cy="4572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8521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Protected endpoints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6217920"/>
            <a:ext cx="429768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Authorization: Bearer eyJ...</a:t>
            </a:r>
            <a:br/>
            <a:r>
              <a:t>get_current_user() verifies token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Calibri"/>
              </a:defRPr>
            </a:pPr>
            <a:r>
              <a:t>Security Features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1737360"/>
            <a:ext cx="484632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17830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bcrypt Hashing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02996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Passwords are never stored in plain text.</a:t>
            </a:r>
            <a:br/>
            <a:r>
              <a:t>bcrypt with salt rounds ensures security.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2542032"/>
            <a:ext cx="484632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25877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JWT Tokens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28346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Stateless authentication. Tokens expire</a:t>
            </a:r>
            <a:br/>
            <a:r>
              <a:t>after 30 minutes for session safety.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3346704"/>
            <a:ext cx="484632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339242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Role Enforcement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63931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Depends(require_admin) blocks non-admin</a:t>
            </a:r>
            <a:br/>
            <a:r>
              <a:t>users at the API layer automatically.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0" y="4151376"/>
            <a:ext cx="484632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419709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CORS Protection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443984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Only whitelisted origins (localhost:3000)</a:t>
            </a:r>
            <a:br/>
            <a:r>
              <a:t>can make API requests.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4956048"/>
            <a:ext cx="484632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500176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SQL Injection Safe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5248656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SQLAlchemy ORM with parameterized</a:t>
            </a:r>
            <a:br/>
            <a:r>
              <a:t>queries prevents injection attacks.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0" y="5760720"/>
            <a:ext cx="484632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58064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Input Validation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60533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Pydantic schemas reject malformed</a:t>
            </a:r>
            <a:br/>
            <a:r>
              <a:t>requests before hitting the database.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SQL Queries via SQLAlchemy 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Calibri"/>
              </a:defRPr>
            </a:pPr>
            <a:r>
              <a:t>Python ORM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303520" cy="457200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3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# JOIN: Get student profile with user email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student = db.query(Student).filter(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Student.user_id == user_id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).first()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user = db.query(User).filter(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User.user_id == student.user_id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).first()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# AGGREGATE: General statistics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total_students = db.query(func.count(Student.student_id)).scalar()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avg_score = db.query(func.avg(Enrollment.evaluation_score)).scalar()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# JOIN + GROUP BY: Courses per university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courses_per_uni = db.query(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University.name,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func.count(Course.course_id)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).join(Course, Course.university_id == University.university_id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).group_by(University.name).all()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# MULTI-TABLE JOIN: Course enrollments with student names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enrollments = db.query(Enrollment, Student, User).join(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    Student, Enrollment.student_id == Student.student_id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).join(User, Student.user_id == User.user_id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).filter(Enrollment.course_id == course_id).all()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Calibri"/>
              </a:defRPr>
            </a:pPr>
            <a:r>
              <a:t>Equivalent SQL Generated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303520" cy="457200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3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745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-- JOIN: Student profile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SELECT s.*, u.email_id FROM students s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JOIN users u ON s.user_id = u.user_id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WHERE s.user_id = :user_id;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-- AGGREGATE: Statistics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SELECT COUNT(student_id) FROM students;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SELECT AVG(evaluation_score) FROM enrollments;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-- JOIN + GROUP BY: Courses per university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SELECT u.name, COUNT(c.course_id)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FROM universities u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JOIN courses c ON c.university_id = u.university_id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GROUP BY u.name;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-- MULTI-TABLE JOIN: Enrolled students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SELECT e.*, s.*, u.email_id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FROM enrollments e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JOIN students s ON e.student_id = s.student_id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JOIN users u ON s.user_id = u.user_id</a:t>
            </a:r>
          </a:p>
          <a:p>
            <a:pPr>
              <a:spcAft>
                <a:spcPts val="200"/>
              </a:spcAft>
              <a:defRPr sz="1000">
                <a:solidFill>
                  <a:srgbClr val="4ADE80"/>
                </a:solidFill>
                <a:latin typeface="Consolas"/>
              </a:defRPr>
            </a:pPr>
            <a:r>
              <a:t>WHERE e.course_id = :course_id;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Analytics Dashboard -- Analyst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10312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Calibri"/>
              </a:defRPr>
            </a:pPr>
            <a:r>
              <a:t>5+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Total 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280160"/>
            <a:ext cx="210312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325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ADE8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Total Courses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280160"/>
            <a:ext cx="210312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325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923C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Total Instructors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280160"/>
            <a:ext cx="210312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325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78BFA"/>
                </a:solidFill>
                <a:latin typeface="Calibri"/>
              </a:defRPr>
            </a:pPr>
            <a:r>
              <a:t>72.3%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Avg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280160"/>
            <a:ext cx="210312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325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7171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Universities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Available Analytics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926080"/>
            <a:ext cx="105156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General Statistics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2278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Total students, courses, instructors, universities, enrollments; average evaluation score across all enrollments.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57600"/>
            <a:ext cx="105156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Course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593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Per-course breakdown: enrollment count, average score, instructor name, university -- displayed as bar charts via Recharts.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89120"/>
            <a:ext cx="105156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Enrollment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908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Total enrollments, average/min/max scores, top 5 most enrolled courses -- identifying popular courses and performance trends.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120640"/>
            <a:ext cx="105156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Geographic Distribution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4223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Students per country -- understanding the global reach of the learning platform.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852160"/>
            <a:ext cx="105156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University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1539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Courses per university -- comparing institutional offerings and course density.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Demo -- How to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Calibri"/>
              </a:defRPr>
            </a:pPr>
            <a:r>
              <a:t>Terminal 1: Backend (FastAPI)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182880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3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4ADE80"/>
                </a:solidFill>
                <a:latin typeface="Consolas"/>
              </a:defRPr>
            </a:pPr>
            <a:r>
              <a:t>cd backend</a:t>
            </a:r>
          </a:p>
          <a:p>
            <a:pPr>
              <a:spcAft>
                <a:spcPts val="200"/>
              </a:spcAft>
              <a:defRPr sz="1200">
                <a:solidFill>
                  <a:srgbClr val="4ADE80"/>
                </a:solidFill>
                <a:latin typeface="Consolas"/>
              </a:defRPr>
            </a:pPr>
            <a:r>
              <a:t>source .venv/bin/activate</a:t>
            </a:r>
          </a:p>
          <a:p>
            <a:pPr>
              <a:spcAft>
                <a:spcPts val="200"/>
              </a:spcAft>
              <a:defRPr sz="1200">
                <a:solidFill>
                  <a:srgbClr val="4ADE80"/>
                </a:solidFill>
                <a:latin typeface="Consolas"/>
              </a:defRPr>
            </a:pPr>
            <a:r>
              <a:t>uvicorn app.main:app --reload --port 8000</a:t>
            </a:r>
          </a:p>
          <a:p>
            <a:pPr>
              <a:spcAft>
                <a:spcPts val="200"/>
              </a:spcAft>
              <a:defRPr sz="1200">
                <a:solidFill>
                  <a:srgbClr val="4ADE8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4ADE80"/>
                </a:solidFill>
                <a:latin typeface="Consolas"/>
              </a:defRPr>
            </a:pPr>
            <a:r>
              <a:t># Swagger docs: http://127.0.0.1:8000/docs</a:t>
            </a:r>
          </a:p>
          <a:p>
            <a:pPr>
              <a:spcAft>
                <a:spcPts val="200"/>
              </a:spcAft>
              <a:defRPr sz="1200">
                <a:solidFill>
                  <a:srgbClr val="4ADE80"/>
                </a:solidFill>
                <a:latin typeface="Consolas"/>
              </a:defRPr>
            </a:pPr>
            <a:r>
              <a:t># Auto-creates 11 tables on startup</a:t>
            </a:r>
          </a:p>
          <a:p>
            <a:pPr>
              <a:spcAft>
                <a:spcPts val="200"/>
              </a:spcAft>
              <a:defRPr sz="1200">
                <a:solidFill>
                  <a:srgbClr val="4ADE80"/>
                </a:solidFill>
                <a:latin typeface="Consolas"/>
              </a:defRPr>
            </a:pPr>
            <a:r>
              <a:t># Seeds admin user (admin@quintet.com)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Terminal 2: Frontend (Next.js)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029200" cy="1463040"/>
          </a:xfrm>
          <a:prstGeom prst="roundRect">
            <a:avLst/>
          </a:prstGeom>
          <a:solidFill>
            <a:srgbClr val="0D1117"/>
          </a:solidFill>
          <a:ln w="19050">
            <a:solidFill>
              <a:srgbClr val="303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4ADE80"/>
                </a:solidFill>
                <a:latin typeface="Consolas"/>
              </a:defRPr>
            </a:pPr>
            <a:r>
              <a:t>cd frontend</a:t>
            </a:r>
          </a:p>
          <a:p>
            <a:pPr>
              <a:spcAft>
                <a:spcPts val="200"/>
              </a:spcAft>
              <a:defRPr sz="1200">
                <a:solidFill>
                  <a:srgbClr val="4ADE80"/>
                </a:solidFill>
                <a:latin typeface="Consolas"/>
              </a:defRPr>
            </a:pPr>
            <a:r>
              <a:t>pnpm install</a:t>
            </a:r>
          </a:p>
          <a:p>
            <a:pPr>
              <a:spcAft>
                <a:spcPts val="200"/>
              </a:spcAft>
              <a:defRPr sz="1200">
                <a:solidFill>
                  <a:srgbClr val="4ADE80"/>
                </a:solidFill>
                <a:latin typeface="Consolas"/>
              </a:defRPr>
            </a:pPr>
            <a:r>
              <a:t>pnpm dev</a:t>
            </a:r>
          </a:p>
          <a:p>
            <a:pPr>
              <a:spcAft>
                <a:spcPts val="200"/>
              </a:spcAft>
              <a:defRPr sz="1200">
                <a:solidFill>
                  <a:srgbClr val="4ADE8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4ADE80"/>
                </a:solidFill>
                <a:latin typeface="Consolas"/>
              </a:defRPr>
            </a:pPr>
            <a:r>
              <a:t># Web UI: http://localhost:3000</a:t>
            </a:r>
          </a:p>
          <a:p>
            <a:pPr>
              <a:spcAft>
                <a:spcPts val="200"/>
              </a:spcAft>
              <a:defRPr sz="1200">
                <a:solidFill>
                  <a:srgbClr val="4ADE80"/>
                </a:solidFill>
                <a:latin typeface="Consolas"/>
              </a:defRPr>
            </a:pPr>
            <a:r>
              <a:t># All API calls proxied to :8000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Calibri"/>
              </a:defRPr>
            </a:pPr>
            <a:r>
              <a:t>Test Credentials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502920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29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Email:  admin@quintet.com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677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Pass:   admin123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743200"/>
            <a:ext cx="502920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35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Email:  rahul.sharma@student.com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735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Pass:   student123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749039"/>
            <a:ext cx="502920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794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Calibri"/>
              </a:defRPr>
            </a:pPr>
            <a:r>
              <a:t>Instructor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04164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Email:  andrew.ng@quintet.com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793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Pass:   instructor123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754880"/>
            <a:ext cx="502920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800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Analyst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0474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Email:  analyst1@quintet.com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2852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Pass:   analyst123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852160"/>
            <a:ext cx="502920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8978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Run  python seed.py  to populate all tables with</a:t>
            </a:r>
            <a:br/>
            <a:r>
              <a:t>5 instructors, 5 students, 10 courses, 28 content items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Challenges &amp; Learnings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Calibri"/>
              </a:defRPr>
            </a:pPr>
            <a:r>
              <a:t>Challenges Faced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IPv6 Connectivity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Supabase direct connection uses IPv6 which was unavailable.</a:t>
            </a:r>
            <a:br/>
            <a:r>
              <a:t>Solution: Used Session Pooler (IPv4) connection string.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502920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bcrypt + passlib Conflict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passlib library incompatible with newer bcrypt versions.</a:t>
            </a:r>
            <a:br/>
            <a:r>
              <a:t>Solution: Replaced passlib with direct bcrypt usage.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02920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CORS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Frontend on different port blocked by browser CORS policy.</a:t>
            </a:r>
            <a:br/>
            <a:r>
              <a:t>Solution: Added all frontend origins to FastAPI CORS middleware.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502920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Cascading Deletes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Deleting a course/student required cleaning related tables first.</a:t>
            </a:r>
            <a:br/>
            <a:r>
              <a:t>Solution: Manual cascade delete order in service layer.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Calibri"/>
              </a:defRPr>
            </a:pPr>
            <a:r>
              <a:t>Key Learnings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828800"/>
            <a:ext cx="502920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8745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Full-Stack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488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Connecting a React frontend to a Python backend</a:t>
            </a:r>
            <a:br/>
            <a:r>
              <a:t>via REST APIs with JWT authentication.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926080"/>
            <a:ext cx="502920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9718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4612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Designing normalized relational schemas with proper</a:t>
            </a:r>
            <a:br/>
            <a:r>
              <a:t>foreign keys, constraints, and junction tables.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023360"/>
            <a:ext cx="502920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0690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ORM vs Raw 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34340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Using SQLAlchemy ORM for safety while understanding</a:t>
            </a:r>
            <a:br/>
            <a:r>
              <a:t>the SQL queries generated underneath.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120640"/>
            <a:ext cx="5029200" cy="960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166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Role-Based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44068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Implementing dependency injection for authentication</a:t>
            </a:r>
            <a:br/>
            <a:r>
              <a:t>and authorization at the API layer.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Email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Send enrollment confirmations and grade notifications via email.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Mobile Responsive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Fully optimize all dashboards for mobile and tablet screens.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alibri"/>
              </a:defRPr>
            </a:pPr>
            <a:r>
              <a:t>Discussion Forums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Add per-course discussion threads for student-instructor interaction.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60604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697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Assignment Submission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63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Allow instructors to create assignments and students to upload solutions.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Calibri"/>
              </a:defRPr>
            </a:pPr>
            <a:r>
              <a:t>AI Course 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Recommend courses based on student skill level, category, and history.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84048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931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Advanced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2976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Add time-series analysis, completion rates, and predictive scoring models.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7492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Real-time 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321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WebSocket-based notifications for grades, enrollments, and announcements.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5074920"/>
            <a:ext cx="5303520" cy="1051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166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5321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Deploy backend to Railway/Render and frontend to Vercel for production.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474720"/>
            <a:ext cx="21031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749039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  <a:latin typeface="Calibri"/>
              </a:defRPr>
            </a:pPr>
            <a:r>
              <a:t>Quintet -- Unified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Database Management Systems Lab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5029200"/>
            <a:ext cx="66751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5074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Team Quintet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5486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Sayon Sujit Mondal  |  Shresth M. Jha  |  Asmit Pandey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5852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Harshvardhan Repaswal  |  Jay Jani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309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Backend: http://127.0.0.1:8000/docs    |    Frontend: http://localhost:3000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